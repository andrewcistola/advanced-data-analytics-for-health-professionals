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seminar for week 5: When to not use Gen AI. We will go through the key ideas, current practice and what it means for healthcare analytics work.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Laws passed in 2026 in states including Washington, Iowa, Alabama, Colorado, Georgia and Utah bar AI from being the sole basis for denying, delaying or modifying care, and some require disclosure of AI use. Medicare's WISeR model requires a clinician to review every AI-assisted denial. The principle extends beyond the law: decisions about a person need a human who can explain them.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Uploading protected health information to an unapproved tool can be a HIPAA breach. The same caution applies to negotiated rates, internal financials and employee data. A safe pattern is to describe the structure of your data to the AI, or use synthetic samples, and run the real data locally.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Generative AI can invent citations, misstate regulations, or describe last year's rules as current. If you can't check the answer against a source, a calculation or your own expertise, AI is the wrong tool for that step. Use it for drafts and code you can test, not for facts you can't.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Week 5: When to not use Gen AI</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5 AI Seminar</a:t>
            </a:r>
            <a:endParaRPr lang="en-US" sz="2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High-stakes decisions about individuals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Coverage, eligibility or care decisions without human review</a:t>
            </a:r>
            <a:endParaRPr lang="en-US" sz="2400" dirty="0"/>
          </a:p>
          <a:p>
            <a:pPr algn="l" marL="342900" indent="-342900">
              <a:spcAft>
                <a:spcPts val="1000"/>
              </a:spcAft>
              <a:buSzPct val="100000"/>
              <a:buChar char="•"/>
            </a:pPr>
            <a:r>
              <a:rPr lang="en-US" sz="2400" dirty="0">
                <a:solidFill>
                  <a:srgbClr val="FFFFFF"/>
                </a:solidFill>
              </a:rPr>
              <a:t>Clinical judgment and diagnosis</a:t>
            </a:r>
            <a:endParaRPr lang="en-US" sz="2400" dirty="0"/>
          </a:p>
          <a:p>
            <a:pPr algn="l" marL="342900" indent="-342900">
              <a:spcAft>
                <a:spcPts val="1000"/>
              </a:spcAft>
              <a:buSzPct val="100000"/>
              <a:buChar char="•"/>
            </a:pPr>
            <a:r>
              <a:rPr lang="en-US" sz="2400" dirty="0">
                <a:solidFill>
                  <a:srgbClr val="FFFFFF"/>
                </a:solidFill>
              </a:rPr>
              <a:t>Anything that must be explained and defended</a:t>
            </a:r>
            <a:endParaRPr lang="en-US" sz="2400" dirty="0"/>
          </a:p>
          <a:p>
            <a:pPr algn="l" marL="342900" indent="-342900">
              <a:spcAft>
                <a:spcPts val="1000"/>
              </a:spcAft>
              <a:buSzPct val="100000"/>
              <a:buChar char="•"/>
            </a:pPr>
            <a:r>
              <a:rPr lang="en-US" sz="2400" dirty="0">
                <a:solidFill>
                  <a:srgbClr val="FFFFFF"/>
                </a:solidFill>
              </a:rPr>
              <a:t>Several states now require human review of AI denials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Data you can't share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PHI in tools without a business associate agreement</a:t>
            </a:r>
            <a:endParaRPr lang="en-US" sz="2400" dirty="0"/>
          </a:p>
          <a:p>
            <a:pPr algn="l" marL="342900" indent="-342900">
              <a:spcAft>
                <a:spcPts val="1000"/>
              </a:spcAft>
              <a:buSzPct val="100000"/>
              <a:buChar char="•"/>
            </a:pPr>
            <a:r>
              <a:rPr lang="en-US" sz="2400" dirty="0">
                <a:solidFill>
                  <a:srgbClr val="FFFFFF"/>
                </a:solidFill>
              </a:rPr>
              <a:t>Confidential contracts, rates or personnel data</a:t>
            </a:r>
            <a:endParaRPr lang="en-US" sz="2400" dirty="0"/>
          </a:p>
          <a:p>
            <a:pPr algn="l" marL="342900" indent="-342900">
              <a:spcAft>
                <a:spcPts val="1000"/>
              </a:spcAft>
              <a:buSzPct val="100000"/>
              <a:buChar char="•"/>
            </a:pPr>
            <a:r>
              <a:rPr lang="en-US" sz="2400" dirty="0">
                <a:solidFill>
                  <a:srgbClr val="FFFFFF"/>
                </a:solidFill>
              </a:rPr>
              <a:t>Data your organization's policy restricts</a:t>
            </a:r>
            <a:endParaRPr lang="en-US" sz="2400" dirty="0"/>
          </a:p>
          <a:p>
            <a:pPr algn="l" marL="342900" indent="-342900">
              <a:spcAft>
                <a:spcPts val="1000"/>
              </a:spcAft>
              <a:buSzPct val="100000"/>
              <a:buChar char="•"/>
            </a:pPr>
            <a:r>
              <a:rPr lang="en-US" sz="2400" dirty="0">
                <a:solidFill>
                  <a:srgbClr val="FFFFFF"/>
                </a:solidFill>
              </a:rPr>
              <a:t>When in doubt, use synthetic or de-identified data</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Work you can't verify</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Facts, figures or citations you can't check</a:t>
            </a:r>
            <a:endParaRPr lang="en-US" sz="2400" dirty="0"/>
          </a:p>
          <a:p>
            <a:pPr algn="l" marL="342900" indent="-342900">
              <a:spcAft>
                <a:spcPts val="1000"/>
              </a:spcAft>
              <a:buSzPct val="100000"/>
              <a:buChar char="•"/>
            </a:pPr>
            <a:r>
              <a:rPr lang="en-US" sz="2400" dirty="0">
                <a:solidFill>
                  <a:srgbClr val="FFFFFF"/>
                </a:solidFill>
              </a:rPr>
              <a:t>Calculations too complex to review</a:t>
            </a:r>
            <a:endParaRPr lang="en-US" sz="2400" dirty="0"/>
          </a:p>
          <a:p>
            <a:pPr algn="l" marL="342900" indent="-342900">
              <a:spcAft>
                <a:spcPts val="1000"/>
              </a:spcAft>
              <a:buSzPct val="100000"/>
              <a:buChar char="•"/>
            </a:pPr>
            <a:r>
              <a:rPr lang="en-US" sz="2400" dirty="0">
                <a:solidFill>
                  <a:srgbClr val="FFFFFF"/>
                </a:solidFill>
              </a:rPr>
              <a:t>Current rules and deadlines (training data goes stale)</a:t>
            </a:r>
            <a:endParaRPr lang="en-US" sz="2400" dirty="0"/>
          </a:p>
          <a:p>
            <a:pPr algn="l" marL="342900" indent="-342900">
              <a:spcAft>
                <a:spcPts val="1000"/>
              </a:spcAft>
              <a:buSzPct val="100000"/>
              <a:buChar char="•"/>
            </a:pPr>
            <a:r>
              <a:rPr lang="en-US" sz="2400" dirty="0">
                <a:solidFill>
                  <a:srgbClr val="FFFFFF"/>
                </a:solidFill>
              </a:rPr>
              <a:t>Tasks where an error would go unnoticed</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Describe a decision in your setting where using generative AI would be inappropriate. What makes it so?</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to not use Gen AI</dc:title>
  <dc:subject>Week 5 AI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