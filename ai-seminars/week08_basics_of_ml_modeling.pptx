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8: Basics of ML Modeling.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starts with a clear target (for example, whether an HCC goes undocumented next year) and the action it will drive. Features must use only information available when the prediction is made, or the model will look better in testing than in practice. Held-out test data gives an honest estimate of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only 5% of members have the outcome, a model that predicts "no" for everyone is 95% accurate and useless. Precision and recall show the trade-off between false alarms and missed cases. When teams can only act on the top few hundred members, accuracy at the top of the ranked list matters more than overall metrics.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is the most common reason models disappoint in practice. Overfit models memorize noise. Models trained on past spending can under-identify groups with less access to care. And models degrade as coding rules, benefit designs and populations change, so monitoring is part of the job.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8: Basics of ML Modeling</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8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modeling workflow</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Define the outcome and the decision it supports</a:t>
            </a:r>
            <a:endParaRPr lang="en-US" sz="2400" dirty="0"/>
          </a:p>
          <a:p>
            <a:pPr algn="l" marL="342900" indent="-342900">
              <a:spcAft>
                <a:spcPts val="1000"/>
              </a:spcAft>
              <a:buSzPct val="100000"/>
              <a:buChar char="•"/>
            </a:pPr>
            <a:r>
              <a:rPr lang="en-US" sz="2400" dirty="0">
                <a:solidFill>
                  <a:srgbClr val="FFFFFF"/>
                </a:solidFill>
              </a:rPr>
              <a:t>Build features from data available at prediction time</a:t>
            </a:r>
            <a:endParaRPr lang="en-US" sz="2400" dirty="0"/>
          </a:p>
          <a:p>
            <a:pPr algn="l" marL="342900" indent="-342900">
              <a:spcAft>
                <a:spcPts val="1000"/>
              </a:spcAft>
              <a:buSzPct val="100000"/>
              <a:buChar char="•"/>
            </a:pPr>
            <a:r>
              <a:rPr lang="en-US" sz="2400" dirty="0">
                <a:solidFill>
                  <a:srgbClr val="FFFFFF"/>
                </a:solidFill>
              </a:rPr>
              <a:t>Split data: train, validate, test</a:t>
            </a:r>
            <a:endParaRPr lang="en-US" sz="2400" dirty="0"/>
          </a:p>
          <a:p>
            <a:pPr algn="l" marL="342900" indent="-342900">
              <a:spcAft>
                <a:spcPts val="1000"/>
              </a:spcAft>
              <a:buSzPct val="100000"/>
              <a:buChar char="•"/>
            </a:pPr>
            <a:r>
              <a:rPr lang="en-US" sz="2400" dirty="0">
                <a:solidFill>
                  <a:srgbClr val="FFFFFF"/>
                </a:solidFill>
              </a:rPr>
              <a:t>Fit, evaluate, then monitor after deployment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Evaluating a model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Accuracy can mislead when outcomes are rare</a:t>
            </a:r>
            <a:endParaRPr lang="en-US" sz="2400" dirty="0"/>
          </a:p>
          <a:p>
            <a:pPr algn="l" marL="342900" indent="-342900">
              <a:spcAft>
                <a:spcPts val="1000"/>
              </a:spcAft>
              <a:buSzPct val="100000"/>
              <a:buChar char="•"/>
            </a:pPr>
            <a:r>
              <a:rPr lang="en-US" sz="2400" dirty="0">
                <a:solidFill>
                  <a:srgbClr val="FFFFFF"/>
                </a:solidFill>
              </a:rPr>
              <a:t>Precision, recall and AUC for classification</a:t>
            </a:r>
            <a:endParaRPr lang="en-US" sz="2400" dirty="0"/>
          </a:p>
          <a:p>
            <a:pPr algn="l" marL="342900" indent="-342900">
              <a:spcAft>
                <a:spcPts val="1000"/>
              </a:spcAft>
              <a:buSzPct val="100000"/>
              <a:buChar char="•"/>
            </a:pPr>
            <a:r>
              <a:rPr lang="en-US" sz="2400" dirty="0">
                <a:solidFill>
                  <a:srgbClr val="FFFFFF"/>
                </a:solidFill>
              </a:rPr>
              <a:t>Calibration: do predicted risks match reality?</a:t>
            </a:r>
            <a:endParaRPr lang="en-US" sz="2400" dirty="0"/>
          </a:p>
          <a:p>
            <a:pPr algn="l" marL="342900" indent="-342900">
              <a:spcAft>
                <a:spcPts val="1000"/>
              </a:spcAft>
              <a:buSzPct val="100000"/>
              <a:buChar char="•"/>
            </a:pPr>
            <a:r>
              <a:rPr lang="en-US" sz="2400" dirty="0">
                <a:solidFill>
                  <a:srgbClr val="FFFFFF"/>
                </a:solidFill>
              </a:rPr>
              <a:t>Performance on the top of the list matters most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Leakage: using information from the future</a:t>
            </a:r>
            <a:endParaRPr lang="en-US" sz="2400" dirty="0"/>
          </a:p>
          <a:p>
            <a:pPr algn="l" marL="342900" indent="-342900">
              <a:spcAft>
                <a:spcPts val="1000"/>
              </a:spcAft>
              <a:buSzPct val="100000"/>
              <a:buChar char="•"/>
            </a:pPr>
            <a:r>
              <a:rPr lang="en-US" sz="2400" dirty="0">
                <a:solidFill>
                  <a:srgbClr val="FFFFFF"/>
                </a:solidFill>
              </a:rPr>
              <a:t>Overfitting to training data</a:t>
            </a:r>
            <a:endParaRPr lang="en-US" sz="2400" dirty="0"/>
          </a:p>
          <a:p>
            <a:pPr algn="l" marL="342900" indent="-342900">
              <a:spcAft>
                <a:spcPts val="1000"/>
              </a:spcAft>
              <a:buSzPct val="100000"/>
              <a:buChar char="•"/>
            </a:pPr>
            <a:r>
              <a:rPr lang="en-US" sz="2400" dirty="0">
                <a:solidFill>
                  <a:srgbClr val="FFFFFF"/>
                </a:solidFill>
              </a:rPr>
              <a:t>Biased data producing biased predictions</a:t>
            </a:r>
            <a:endParaRPr lang="en-US" sz="2400" dirty="0"/>
          </a:p>
          <a:p>
            <a:pPr algn="l" marL="342900" indent="-342900">
              <a:spcAft>
                <a:spcPts val="1000"/>
              </a:spcAft>
              <a:buSzPct val="100000"/>
              <a:buChar char="•"/>
            </a:pPr>
            <a:r>
              <a:rPr lang="en-US" sz="2400" dirty="0">
                <a:solidFill>
                  <a:srgbClr val="FFFFFF"/>
                </a:solidFill>
              </a:rPr>
              <a:t>Models that drift as care and coding change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What outcome in your setting would be worth predicting, and what would you do differently with the prediction?</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ML Modeling</dc:title>
  <dc:subject>Week 8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