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6: When to use Gen AI.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uses share a feature: the output is easy to check, and checking is faster than doing the work from scratch. Code can be run, drafts can be edited, and brainstormed edge cases can be tested. These are the tasks where AI saves real time without adding much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input produces better output. State who the audience is, what the metric means, and what format you need. Asking the tool to check its own answer, or to list its assumptions, often surfaces problems. Saving prompts alongside code makes the work reproducible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AI adoption like any other process change: measure it. If review time eats the savings, or errors slip through, the task may not be a good fit. Organizations that track these results make better decisions about where to expand AI 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6: When to use Gen AI</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6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Good fits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Drafting SQL and Python you will test</a:t>
            </a:r>
            <a:endParaRPr lang="en-US" sz="2400" dirty="0"/>
          </a:p>
          <a:p>
            <a:pPr algn="l" marL="342900" indent="-342900">
              <a:spcAft>
                <a:spcPts val="1000"/>
              </a:spcAft>
              <a:buSzPct val="100000"/>
              <a:buChar char="•"/>
            </a:pPr>
            <a:r>
              <a:rPr lang="en-US" sz="2400" dirty="0">
                <a:solidFill>
                  <a:srgbClr val="FFFFFF"/>
                </a:solidFill>
              </a:rPr>
              <a:t>Explaining code, errors and unfamiliar methods</a:t>
            </a:r>
            <a:endParaRPr lang="en-US" sz="2400" dirty="0"/>
          </a:p>
          <a:p>
            <a:pPr algn="l" marL="342900" indent="-342900">
              <a:spcAft>
                <a:spcPts val="1000"/>
              </a:spcAft>
              <a:buSzPct val="100000"/>
              <a:buChar char="•"/>
            </a:pPr>
            <a:r>
              <a:rPr lang="en-US" sz="2400" dirty="0">
                <a:solidFill>
                  <a:srgbClr val="FFFFFF"/>
                </a:solidFill>
              </a:rPr>
              <a:t>First drafts of documentation and memos</a:t>
            </a:r>
            <a:endParaRPr lang="en-US" sz="2400" dirty="0"/>
          </a:p>
          <a:p>
            <a:pPr algn="l" marL="342900" indent="-342900">
              <a:spcAft>
                <a:spcPts val="1000"/>
              </a:spcAft>
              <a:buSzPct val="100000"/>
              <a:buChar char="•"/>
            </a:pPr>
            <a:r>
              <a:rPr lang="en-US" sz="2400" dirty="0">
                <a:solidFill>
                  <a:srgbClr val="FFFFFF"/>
                </a:solidFill>
              </a:rPr>
              <a:t>Brainstorming questions, risks and edge cases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Using it well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Give the role, goal, context and format you want</a:t>
            </a:r>
            <a:endParaRPr lang="en-US" sz="2400" dirty="0"/>
          </a:p>
          <a:p>
            <a:pPr algn="l" marL="342900" indent="-342900">
              <a:spcAft>
                <a:spcPts val="1000"/>
              </a:spcAft>
              <a:buSzPct val="100000"/>
              <a:buChar char="•"/>
            </a:pPr>
            <a:r>
              <a:rPr lang="en-US" sz="2400" dirty="0">
                <a:solidFill>
                  <a:srgbClr val="FFFFFF"/>
                </a:solidFill>
              </a:rPr>
              <a:t>Provide examples and definitions</a:t>
            </a:r>
            <a:endParaRPr lang="en-US" sz="2400" dirty="0"/>
          </a:p>
          <a:p>
            <a:pPr algn="l" marL="342900" indent="-342900">
              <a:spcAft>
                <a:spcPts val="1000"/>
              </a:spcAft>
              <a:buSzPct val="100000"/>
              <a:buChar char="•"/>
            </a:pPr>
            <a:r>
              <a:rPr lang="en-US" sz="2400" dirty="0">
                <a:solidFill>
                  <a:srgbClr val="FFFFFF"/>
                </a:solidFill>
              </a:rPr>
              <a:t>Iterate: ask it to critique and revise</a:t>
            </a:r>
            <a:endParaRPr lang="en-US" sz="2400" dirty="0"/>
          </a:p>
          <a:p>
            <a:pPr algn="l" marL="342900" indent="-342900">
              <a:spcAft>
                <a:spcPts val="1000"/>
              </a:spcAft>
              <a:buSzPct val="100000"/>
              <a:buChar char="•"/>
            </a:pPr>
            <a:r>
              <a:rPr lang="en-US" sz="2400" dirty="0">
                <a:solidFill>
                  <a:srgbClr val="FFFFFF"/>
                </a:solidFill>
              </a:rPr>
              <a:t>Keep a record of prompts for reproducibility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Measuring the benefit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Time saved compared with doing it yourself</a:t>
            </a:r>
            <a:endParaRPr lang="en-US" sz="2400" dirty="0"/>
          </a:p>
          <a:p>
            <a:pPr algn="l" marL="342900" indent="-342900">
              <a:spcAft>
                <a:spcPts val="1000"/>
              </a:spcAft>
              <a:buSzPct val="100000"/>
              <a:buChar char="•"/>
            </a:pPr>
            <a:r>
              <a:rPr lang="en-US" sz="2400" dirty="0">
                <a:solidFill>
                  <a:srgbClr val="FFFFFF"/>
                </a:solidFill>
              </a:rPr>
              <a:t>Errors caught in review</a:t>
            </a:r>
            <a:endParaRPr lang="en-US" sz="2400" dirty="0"/>
          </a:p>
          <a:p>
            <a:pPr algn="l" marL="342900" indent="-342900">
              <a:spcAft>
                <a:spcPts val="1000"/>
              </a:spcAft>
              <a:buSzPct val="100000"/>
              <a:buChar char="•"/>
            </a:pPr>
            <a:r>
              <a:rPr lang="en-US" sz="2400" dirty="0">
                <a:solidFill>
                  <a:srgbClr val="FFFFFF"/>
                </a:solidFill>
              </a:rPr>
              <a:t>Quality of the final deliverable</a:t>
            </a:r>
            <a:endParaRPr lang="en-US" sz="2400" dirty="0"/>
          </a:p>
          <a:p>
            <a:pPr algn="l" marL="342900" indent="-342900">
              <a:spcAft>
                <a:spcPts val="1000"/>
              </a:spcAft>
              <a:buSzPct val="100000"/>
              <a:buChar char="•"/>
            </a:pPr>
            <a:r>
              <a:rPr lang="en-US" sz="2400" dirty="0">
                <a:solidFill>
                  <a:srgbClr val="FFFFFF"/>
                </a:solidFill>
              </a:rPr>
              <a:t>Adopt where it helps; stop where it doesn't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part of your current workflow would you hand to a generative AI tool first, and how would you confirm it was helping?</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to use Gen AI</dc:title>
  <dc:subject>Week 6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