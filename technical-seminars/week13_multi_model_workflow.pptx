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seminar for week 13: Multi-model Workflow in Scikit-learn. It prepares students for Lab 13, summarized on the last slide. Replace this note with your own opening remarks.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Bring the term together. A workflow packages every step so results are reproducible and free of leakage.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Pipeline treats preprocessing and modeling as one estimator. When used in cross-validation, scaling is refit inside each fold.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feature tables mix numbers and categories. ColumnTransformer applies the right step to each and returns one matrix.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MODELS is a dictionary of logistic regression, random forest and HistGradientBoostingClassifier. The same preprocessing is reused for every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Five-fold CV uses all data for both training and testing. Out-of-fold predictions let every member get a score from a model that never saw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Often the models land within a point or two of each other. When that happens, a simpler, explainable model is easier to defend.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only the middle of the story. The decision comes from combining predicted risk with program cost and effect to find where the return is highest.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term: the best recommendation states its assumptions, shows how sensitive the answer is, and builds in an evaluation, the lesson from the readmissions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 13 overview. The full student handout is labs/lab13_finding_an_intervention/README.md; the solution and expected results are in the same folder. AI step: Give an AI tool your numbers and ask it to critique your ROI assumptions. Decide which critiques you accept, and say why in two sentences.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1000"/>
              </a:spcAft>
              <a:buNone/>
              <a:defRPr lang="en-US" sz="2400" dirty="0">
                <a:solidFill>
                  <a:srgbClr val="FFFFFF"/>
                </a:solidFill>
              </a:defRPr>
            </a:lvl1pPr>
          </a:lstStyle>
          <a:p>
            <a:pPr algn="l" indent="0" marL="0">
              <a:spcAft>
                <a:spcPts val="1000"/>
              </a:spcAft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Week 13: Multi-model Workflow in Scikit-learn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</a:rPr>
              <a:t>Health Data Analytics · Week 13 Technical Seminar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Why a workflow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Repeatable from raw table to decision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Preprocessing fit only on training data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Fair comparison across models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Easy to rerun next year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Pipeline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Chains preprocessing and a model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fit runs every step in order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Prevents test data leaking into scaling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Swap the final model in one line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ColumnTransformer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Different steps for different columns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StandardScaler for numeric columns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OneHotEncoder for categories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handle_unknown='ignore' for new categories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Example: pipeline with three models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sklearn.pipeline import Pipeline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sklearn.compose import ColumnTransformer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sklearn.preprocessing import StandardScaler, OneHotEncoder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sklearn.model_selection import cross_val_score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 = ColumnTransformer([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("num", StandardScaler(), NUMERIC),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("cat", OneHotEncoder(handle_unknown="ignore"), ["payer_type"]),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name, model in MODELS.items():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 = Pipeline([("prep", prep), ("model", model)])</a:t>
            </a:r>
            <a:endParaRPr lang="en-US" sz="2400" dirty="0"/>
          </a:p>
          <a:p>
            <a:pPr algn="l" indent="0" marL="0">
              <a:spcAft>
                <a:spcPts val="1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print(name, cross_val_score(pipe, X, y, cv=5, scoring="roc_auc").mean())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Cross-validation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Split data into k folds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Train on k − 1, test on the held-out fold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Average the scores and look at the spread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cross_val_predict gives out-of-fold predictions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Comparing models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Logistic regression, random forest, gradient boosting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Choose on cross-validated AUC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Small gaps: prefer the simpler model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Consider explainability for stakeholders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From predictions to decisions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Rank members by predicted risk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Choose a threshold by capacity or budget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Net savings = savings − program cost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Compare thresholds: top 1%, 5%, 10%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Test your assumptions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Effect sizes are uncertain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Vary them: what's the break-even?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Report a range, not one number</a:t>
            </a:r>
            <a:endParaRPr lang="en-US" sz="2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Plan how to measure real results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Lab 13: Finding a Potential Intervention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554480"/>
            <a:ext cx="106984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Question: Understory Health Partners can fund one program next year. Which intervention from this term gives the best return when a model picks who gets it?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Tool: JupyterLab · about 75–90 minutes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Tasks: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Predict high-cost members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Score everyone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Net savings</a:t>
            </a:r>
            <a:endParaRPr lang="en-US" sz="2400" dirty="0"/>
          </a:p>
          <a:p>
            <a:pPr algn="l"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AI step: check an AI tool's answer</a:t>
            </a:r>
            <a:endParaRPr lang="en-US" sz="24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</a:rPr>
              <a:t>Deliverable: Notebook plus a one-page recommendation: program, target group, net savings, biggest risks, and how you'd measure success.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FBFB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13 Technical Seminar: Multi-model Workflow in Scikit-learn</dc:title>
  <dc:subject>PptxGenJS Presentation</dc:subject>
  <dc:creator>Health-Data-Analytics</dc:creator>
  <cp:lastModifiedBy>Health-Data-Analytics</cp:lastModifiedBy>
  <cp:revision>1</cp:revision>
  <dcterms:created xsi:type="dcterms:W3CDTF">2026-10-13T20:23:19Z</dcterms:created>
  <dcterms:modified xsi:type="dcterms:W3CDTF">2026-10-13T20:23:19Z</dcterms:modified>
</cp:coreProperties>
</file>