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11: Neural Networks in TensorFlow. It prepares students for Lab 11,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math light. A network stacks simple units; with enough of them it can approximate complex relationships. Training adjusts weights to reduce a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Keras is TensorFlow's high-level interface. For a yes/no outcome, the last layer is one sigmoid unit and the loss is binary cross-entropy.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network used in Lab 11. Inputs must be standardized first, using a scaler fit on the training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nn.fit with validation_split=0.2 and an EarlyStopping callback with restore_best_weights=True. Plot the training and validation loss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Networks have many parameters and memorize easily. Early stopping is the simplest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honestly. On a dozen tabular features, a network usually matches logistic regression. The lab asks students to test this rather than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method for targeting places rather than people. Areas with more events than their members' traits predict point to something about the place, such as access or transportation.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small differences in AUC between runs are expected and shouldn't drive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11 overview. The full student handout is labs/lab11_high_risk_zips/README.md; the solution and expected results are in the same folder. AI step: Ask why a neural network might not beat logistic regression on this kind of data. Check its reasons against your Task 2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 11: Neural Networks in TensorFlow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11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a neural network is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Layers of weighted sums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Each followed by a non-linear activation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Learns weights by gradient descent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Dense layers connect every input to every unit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Keras building blocks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tf.keras.Sequential([...])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Dense(units, activation='relu')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Output: Dense(1, activation='sigmoid')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compile(optimizer, loss, metrics)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a small network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 = tf.keras.Sequential([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tf.keras.layers.Input(shape=(X_tr.shape[1],)),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tf.keras.layers.Dense(32, activation="relu"),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tf.keras.layers.Dense(16, activation="relu"),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tf.keras.layers.Dense(1, activation="sigmoid"),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nn.compile(optimizer="adam", loss="binary_crossentropy")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Training a network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Epochs: passes through the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Batch size: rows per update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validation_split holds out data while training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EarlyStopping stops when validation loss stalls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Overfitting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Training loss keeps falling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Validation loss starts rising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Fixes: early stopping, smaller networks, dropout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More data helps most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When networks shine, and when they don't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Images, text, signals, very large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Small tabular data: often no better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Logistic regression and trees are strong baselines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Always compare against a simple model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Observed vs. expected by area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Expected: risk from member traits only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Sum by zip: observed and expected events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O/E ratio = intensity; O − E = volume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Require a minimum size per area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Reproducibility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Network training is random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Set seeds: tf.random.set_seed(42)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Results can still vary slightly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Report patterns, not third decimals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11: Targeting High-Risk Zip Codes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A community-health partnership can fund mobile clinics in five zip codes. Where would they prevent the most avoidable ED visits and hospital admissions?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(TensorFlow)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modeling table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Neural network vs. logistic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Observed vs. expected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five ranked zip codes, one line each: members, O/E, excess events and what the zip features suggest.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Technical Seminar: Neural Networks in TensorFlow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