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Technical seminar for week 10: Random Forests in Scikit-learn. It prepares students for Lab 10, summarized on the last slide. Replace this note with your own opening remarks.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random forest combines many decorrelated trees. Each tree is noisy, but their average is stable and accurate.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Defaults work reasonably well. Limiting leaf size is the most useful control against overfitting on claims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fit and predict_proba pattern as before. n_jobs=-1 uses all CPU cores. No feature scaling is needed for trees.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Built-in impurity importance is biased toward features with many distinct values. Permutation importance is slower but more honest: if shuffling a feature hurts the model, the model relied on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often read importance as 'X causes Y'. It only says the model used X. Direction and mechanism need further analysis.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cross-tab is the quickest way to see what the forest found. In Lab 10, a two-way table reveals a risk concentrated in one subgroup.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Interactions are where forests add value over logistic regression. A risk limited to one subgroup points to a narrow, affordable intervention.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Briefly preview gradient boosting, which fixes the previous trees' errors one tree at a time. Lab 13 compares it with logistic regression and random forests.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Lab 10 overview. The full student handout is labs/lab10_diabetes_complications/README.md; the solution and expected results are in the same folder. AI step: Ask whether sulfonylureas increase hypoglycemia risk in older adults. Compare with the AGS Beers Criteria and your Task 4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spcAft>
                <a:spcPts val="1000"/>
              </a:spcAft>
              <a:buNone/>
              <a:defRPr lang="en-US" sz="2400" dirty="0">
                <a:solidFill>
                  <a:srgbClr val="FFFFFF"/>
                </a:solidFill>
              </a:defRPr>
            </a:lvl1pPr>
          </a:lstStyle>
          <a:p>
            <a:pPr algn="l" indent="0" marL="0">
              <a:spcAft>
                <a:spcPts val="1000"/>
              </a:spcAft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Random Forests in Scikit-learn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Health Data Analytics · Week 10 Technical Seminar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From one tree to a forest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Single trees overfit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Train many trees on bootstrap samples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Each split considers a random subset of features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Average the trees' votes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Key settings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n_estimators: number of trees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min_samples_leaf / max_depth: tree size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max_features: features tried per split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class_weight for rare outcomes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Example: fit a random forest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sklearn.ensemble import RandomForestClassifier</a:t>
            </a:r>
            <a:endParaRPr lang="en-US" sz="2400" dirty="0"/>
          </a:p>
          <a:p>
            <a:pPr algn="l" indent="0" marL="0">
              <a:spcAft>
                <a:spcPts val="1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sklearn.metrics import roc_auc_score</a:t>
            </a:r>
            <a:endParaRPr lang="en-US" sz="2400" dirty="0"/>
          </a:p>
          <a:p>
            <a:pPr algn="l" indent="0" marL="0">
              <a:spcAft>
                <a:spcPts val="1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2400" dirty="0"/>
          </a:p>
          <a:p>
            <a:pPr algn="l" indent="0" marL="0">
              <a:spcAft>
                <a:spcPts val="1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rf = RandomForestClassifier(n_estimators=300, min_samples_leaf=20,</a:t>
            </a:r>
            <a:endParaRPr lang="en-US" sz="2400" dirty="0"/>
          </a:p>
          <a:p>
            <a:pPr algn="l" indent="0" marL="0">
              <a:spcAft>
                <a:spcPts val="1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random_state=42, n_jobs=-1)</a:t>
            </a:r>
            <a:endParaRPr lang="en-US" sz="2400" dirty="0"/>
          </a:p>
          <a:p>
            <a:pPr algn="l" indent="0" marL="0">
              <a:spcAft>
                <a:spcPts val="1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rf.fit(X_tr, y_tr)</a:t>
            </a:r>
            <a:endParaRPr lang="en-US" sz="2400" dirty="0"/>
          </a:p>
          <a:p>
            <a:pPr algn="l" indent="0" marL="0">
              <a:spcAft>
                <a:spcPts val="1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print(roc_auc_score(y_te, rf.predict_proba(X_te)[:, 1]))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Feature importance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Built-in importance favors continuous features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Permutation importance: shuffle one feature</a:t>
            </a:r>
            <a:endParaRPr lang="en-US" sz="2400" dirty="0"/>
          </a:p>
          <a:p>
            <a:pPr algn="l" lvl="1" marL="6858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and measure the drop in test AUC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Compute it on the test set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Importance is not direction or cause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Tells you that a feature matters, not how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Correlated features share credit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A predictor isn't necessarily a lever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Follow up with simple checks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Check a hint with a cross-tab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Group by the suspected factors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Compare outcome rates, with counts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Look for an interaction</a:t>
            </a:r>
            <a:endParaRPr lang="en-US" sz="2400" dirty="0"/>
          </a:p>
          <a:p>
            <a:pPr algn="l" lvl="1" marL="6858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e.g., older age × a specific drug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Forests find interactions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Effects that depend on another factor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Linear models miss them unless specified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Trees split on one factor, then another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Interactions often suggest targeted actions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Other ensembles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Gradient boosting: trees built in sequence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Often the most accurate on tabular data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More settings to tune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We compare them in the final lab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Lab 10: Root Causes of Diabetes Complications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Question: Beyond A1c and adherence, what else predicts serious diabetes complications, especially drivers a complex case management program could act on?</a:t>
            </a:r>
            <a:endParaRPr lang="en-US" sz="24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Tool: JupyterLab · about 75 minutes</a:t>
            </a:r>
            <a:endParaRPr lang="en-US" sz="24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Tasks:</a:t>
            </a:r>
            <a:endParaRPr lang="en-US" sz="2400" dirty="0"/>
          </a:p>
          <a:p>
            <a:pPr algn="l"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Build the cohort and outcome</a:t>
            </a:r>
            <a:endParaRPr lang="en-US" sz="2400" dirty="0"/>
          </a:p>
          <a:p>
            <a:pPr algn="l"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Build the features</a:t>
            </a:r>
            <a:endParaRPr lang="en-US" sz="2400" dirty="0"/>
          </a:p>
          <a:p>
            <a:pPr algn="l"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Random forest</a:t>
            </a:r>
            <a:endParaRPr lang="en-US" sz="2400" dirty="0"/>
          </a:p>
          <a:p>
            <a:pPr algn="l"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Check a hint</a:t>
            </a:r>
            <a:endParaRPr lang="en-US" sz="2400" dirty="0"/>
          </a:p>
          <a:p>
            <a:pPr algn="l"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AI step: check an AI tool's answer</a:t>
            </a:r>
            <a:endParaRPr lang="en-US" sz="24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Deliverable: Notebook plus a one-paragraph brief: the top drivers, the most actionable one, and the intervention it suggests.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10 Technical Seminar: Random Forests in Scikit-learn</dc:title>
  <dc:subject>PptxGenJS Presentation</dc:subject>
  <dc:creator>Health-Data-Analytics</dc:creator>
  <cp:lastModifiedBy>Health-Data-Analytics</cp:lastModifiedBy>
  <cp:revision>1</cp:revision>
  <dcterms:created xsi:type="dcterms:W3CDTF">2026-10-13T20:23:19Z</dcterms:created>
  <dcterms:modified xsi:type="dcterms:W3CDTF">2026-10-13T20:23:19Z</dcterms:modified>
</cp:coreProperties>
</file>