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7: SQL Optimization. It prepares students for Lab 7,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slow analytic queries have one of these four causes. The fixes are usually simple once you can see where the time goes.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planner turns SQL into operations: scans, filters, joins and aggregations. EXPLAIN ANALYZE in DuckDB shows actual row counts and timings for each operator.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Filtering early shrinks everything downstream. Casting a date to text prevents the database from using the date efficiently. DuckDB stores data by column, so fewer columns means less to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fixes both speed and correctness. Joining claims, lines and members first can create far more rows than any input table. Summarizing first keeps joins one-to-one.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several metrics share the same population, materializing it once saves repeated work and keeps every metric consistent.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Optimization is only a win if the answer is unchanged. EXCEPT between the old and new result should return nothing. Lab 7's slow query has a fan-out bug in one column, which students should catch.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 to fair comparison. A practice with 12 diabetic patients can swing 20 points by chance. Confidence intervals show which differences are real enough to act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Scorecards drive real decisions about bonuses and outreach. Showing uncertainty is part of being fair to providers.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7 overview. The full student handout is labs/lab07_provider_performance/README.md; the solution and expected results are in the same folder. AI step: Ask an AI tool how to make the slow query faster. Test each suggestion. Keep what helps, and note what didn't or changed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SQL Optimization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7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Why queries get slow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Reading more data than needed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Joining before filtering or aggregating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Row explosion from one-to-many joins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Functions on columns in WHERE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How the database runs a query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 planner chooses the steps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EXPLAIN shows the plan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EXPLAIN ANALYZE runs it and times each step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Look for the step with the most rows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Filter early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Date ranges, not dates cast to text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Push filters into the first CTE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Select only the columns you need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Columnar databases skip unused columns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Aggregate before joining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Reduce each table to one row per member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Then join the small results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Prevents fan-out and double counting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Often the biggest speed-up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Temp tables for reused results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CREATE TEMP TABLE attributed AS …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Compute once, use many times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Gone when the session ends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Useful for scorecards with several metrics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Faster must still be right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Same rows, same values as before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Compare outputs with EXCEPT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Fan-out bugs hide in per-member averages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Record before and after timings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Signal or noise?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Rates from small panels vary by chance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95% CI: p ± 1.96 × √(p(1 − p) / n)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Flag small denominators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Only call differences the intervals support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Presenting a scorecard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Show the denominator for every rate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Mark low-volume practices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Compare with the network average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Avoid ranking on noise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7: Provider Performance Comparison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Which Understory Health Partners practices are truly better or worse on quality and cost, and which differences are just noise from small numbers?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DBeaver or JupyterLab · about 75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Make a slow query fast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Build the scorecard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Signal or noise?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SQL file, a before/after timing table, and the scorecard with 2–3 sentences on which differences you'd trust.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7 Technical Seminar: SQL Optimization</dc:title>
  <dc:subject>PptxGenJS Presentation</dc:subject>
  <dc:creator>Health-Data-Analytics</dc:creator>
  <cp:lastModifiedBy>Health-Data-Analytics</cp:lastModifiedBy>
  <cp:revision>1</cp:revision>
  <dcterms:created xsi:type="dcterms:W3CDTF">2026-10-13T20:17:16Z</dcterms:created>
  <dcterms:modified xsi:type="dcterms:W3CDTF">2026-10-13T20:17:16Z</dcterms:modified>
</cp:coreProperties>
</file>