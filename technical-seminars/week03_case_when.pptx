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3: SQL CASE WHEN. It prepares students for Lab 3,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WHEN creates a new column from rules. Order matters because the first true condition wins, so put specific rules before general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use is recoding. In Lab 3, students map claim adjustment reason codes (CARCs) into categories a revenue cycle director can act on. Keep mappings in one place so they can be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1/0 flag is the building block for rates. The average of a 1/0 column is the proportion of rows where the condition is true. This trick shows up in nearly every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aggregation computes several numbers in a single query, such as denied and paid charges side by side. The FILTER clause is a cleaner way to write the same thing in DuckDB and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related_claim_id filter: only original submissions count toward the initial denial rate, because resubmissions are new claims linked back to the original. Multiplying by 100.0 keeps the math in decimals.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Denial reason codes are NULL on paid claims, so a CASE on the code needs a branch or an ELSE for them. COALESCE is the standard way to replace NULLs when a zero is truly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produces a result that looks fine but is wrong. DuckDB returns decimals when dividing integers, but many databases truncate, so 1/2 becomes 0. Writing 100.0 or casting avoids surprises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tally confirms the mapping. If 'Other' is large, a common code was missed. This is also how to check an AI-written CASE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overview. The full student handout is labs/lab03_claim_denials/README.md; the solution and expected results are in the same folder. AI step: Ask an AI tool for current industry benchmarks for initial denial rates. Compare them with Task 1, and note which benchmarks came with 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SQL CASE WHEN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3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CASE WHEN: if-then in SQL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CASE WHEN condition THEN value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Checked top to bottom; first match wins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ELSE sets the default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ELSE means NULL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Use 1: group values into categories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Age bands from birth dates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Denial codes into denial categories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Payer types into public vs. private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Keep the mapping visible and documented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Use 2: flags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CASE WHEN claim_status = 'Denied' THEN 1 ELSE 0 END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1/0 flags turn into rates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AVG(flag) = share of rows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SUM(flag) = count of rows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Use 3: conditional aggregation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SUM(CASE WHEN … THEN amount END)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Several metrics in one pass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Pivot-style output: one column per category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DuckDB shortcut: COUNT(*) FILTER (WHERE …)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denial rate by payer type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payer_type,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originals,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SUM(CASE WHEN claim_status = 'Denied' THEN 1 ELSE 0 END) AS denied,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ROUND(100.0 * AVG(CASE WHEN claim_status = 'Denied'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THEN 1 ELSE 0 END), 1) AS denial_pct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medical_claims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related_claim_id IS NULL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payer_type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denial_pct DESC;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Handling NULLs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NULL means unknown, not zero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= NULL is never true; use IS NULL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COALESCE(x, 0) supplies a default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NULLs fall through to ELSE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Common mistakes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Conditions in the wrong order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Forgetting ELSE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Mixing text and numbers in THEN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Check how your database divides integers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Check your categories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Count rows in each category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Categories should add up to the total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Inspect what lands in 'Other'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Spot-check a few codes by hand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3: Claim Denials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Which denials cost Understory the most, and how much denied money is ever recovered? The revenue cycle director will pick one fix for next quarter.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DBeaver · about 60–75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Initial denial rate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Denial categories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What happens after a denial?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SQL file plus 3–5 sentences naming the one denial category to target first, with the numbers that justify it.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Technical Seminar: SQL CASE WHEN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