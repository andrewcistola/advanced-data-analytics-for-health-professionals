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13: K-means in Scikit-learn. It prepares students for Lab 12,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is a good fit because confirmed cases are rare and labels lag by years. Clustering finds providers whose billing looks different from peers.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two iterations on a whiteboard sketch. Multiple restarts reduce the chance of a poor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uses distances, so scale matters. A feature in dollars would swamp a feature measured as a share. Rates per patient or per claim make providers of different sizes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 k from 2 to 10 and plot both measures. Pick a k that is reasonable on the charts and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 is the standardized feature matrix. Students plot these values to pick k in Lab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tiny-cluster trap: if three extreme providers form their own cluster, their distance to that center is near zero. Measuring distance to the nearest large cluster fixes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Unusual billing can reflect a legitimate niche practice. The analyst's job is a ranked, explained referral list for the special investigations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is a starting point. In practice, fraud teams combine statistical outliers with known-scheme rules and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12 overview. The full student handout is labs/lab12_fraud_detection/README.md; the solution and expected results are in the same folder. AI step: Ask an AI tool for one more fraud-detection feature. Add it, re-run Tasks 2–3, and note whether your top 10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K-means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13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Unsupervised learning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outcome label to predict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Find structure in the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Clustering groups similar units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Useful when fraud cases aren't labeled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k-means works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Pick k cluster centers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Assign each point to the nearest center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Move centers to the mean of their points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Repeat until stable; restart several times (n_init)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Prepare the features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 rates, not raw counts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Log-transform skewed features: np.log1p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Standardize so no feature dominates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Every feature should mean something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Choosing 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Elbow: inertia vs. k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Silhouette: how well points fit their cluster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Domain sense: can you describe each cluster?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There is rarely one right 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k-means and silhouette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11):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n_init=10, random_state=42).fit(Xs)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round(km.inertia_), round(silhouette_score(Xs, km.labels_), 3))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clusters to outlier scores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Distance from a provider to its cluster center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Trap: extreme providers form tiny clusters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and look 'normal' within them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Score distance to the nearest large cluster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 outlier is a lead, not a verdict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 at each provider's raw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Name the possible scheme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Some outliers are honest specialists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Investigators make the call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Limits and alternatives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Assumes round, similar-sized clusters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Sensitive to scaling and feature choice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Alternatives: DBSCAN, isolation forest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Combine with rules and peer comparisons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12: Fraud Detection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The special investigations unit can audit about ten providers this year. Which billing patterns look most unusual compared with peers?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provider profiles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Cluster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Rank and profile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an SIU referral list: 10 providers, one line each with the pattern and the suspected scheme.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Technical Seminar: K-means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