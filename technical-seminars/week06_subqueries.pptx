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6: SQL Subqueries. It prepares students for Lab 6,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Subqueries let one question depend on another, such as members who had a diabetes diagnosis. They are the bridge to quality measures, which are defined as a series of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is readable and fast in modern databases. NOT IN has a trap: if the subquery returns any NULL, the whole condition becomes unknown and nothing is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 asks whether something happened at least once, which is exactly how most quality measure numerators are defined: did the member have a mammogram in the window?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table expressions make long queries readable. Each step can be run on its own to check counts, which is how students should debug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 out the standard structure of HEDIS-style measures. Each step becomes a CTE. Keeping them separate makes it easy to report the denominator, which reviewers always ask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shape, not the full answer. Students fill in the enrollment rule, the age calculation and the EXISTS subquery in Lab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specifications are precise, and small differences change rates. This is where AI-written SQL most often goes wrong, so the lab's AI step focuses on comparing denominators.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measure that is off by a few points can change a Star Rating. Validation steps are part of the deliverable, not an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6 overview. The full student handout is labs/lab06_hedis/README.md; the solution and expected results are in the same folder. AI step: Paste the BCS spec into an AI tool and run its SQL. Does its denominator match yours? Check the age date, sex, lookback window and continuous enrollment.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SQL Subqueries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6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query inside a query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 WHERE: filter by another query's result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 FROM: treat a result as a table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 SELECT: a single computed value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Lets you build logic in steps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 and NOT IN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WHERE member_id IN (SELECT …)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Simple membership tests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NOT IN + a NULL in the list = no rows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Prefer NOT EXISTS for exclusions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EXISTS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True if at least one matching row exists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Correlated: refers to the outer query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Natural fit for 'had a service in the window'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NOT EXISTS for exclusions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CTEs: WITH clauses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Name each step of the logic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Read top to bottom like a recipe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Reuse a step more than once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Easier to check and to hand off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Building a quality measure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Eligible population: who could be counted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Denominator: who meets the measure's criteria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Numerator: who received the service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Rate = numerator ÷ denominator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Skeleton: breast cancer screening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enrolled AS (…11+ months in one MA plan in 2024…),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denom AS (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e.member_id, e.plan_id FROM enrolled 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beneficiaries b USING (member_id)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b.sex = 'F' AND &lt;age 52–74 on Dec 31, 2024&gt;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plan_id, COUNT(*) AS denominator,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AVG(CASE WHEN EXISTS (SELECT 1 FROM … mammogram in window …)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THEN 1 ELSE 0 END) AS rate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denom GROUP BY plan_id;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 the spec carefully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Age as of a specific date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Lookback windows longer than one year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Continuous enrollment with allowed gaps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Exclusions (simplified in our labs)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Validate a measure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Count at every step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rates with published benchmarks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Hand-check a few members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Explain any plan that looks very different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6: Calculating HEDIS Scores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What are Longleaf Medicare Advantage's 2024 rates on three HEDIS-style measures, and how do they compare with the other MA plans in the market?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DBeaver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Continuous enrollment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Breast cancer screening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Diabetes care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SQL file plus a plan × measure table (rate and denominator), with two sentences on how Longleaf compares.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Technical Seminar: SQL Subqueries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