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8: Basic ML Syntax in Scikit-learn. It prepares students for Lab 8,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remains the workhorse for building data; Python adds modeling. Emphasize the unit of prediction: in Lab 8 it is one member × condition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 out the steps students will repeat in every ML lab. Features must come from a period before the outcome, or the model learns from the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scikit-learn uses one consistent interface, so switching models means changing one line. predict_proba returns a column per class; the second column is the probability of the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test set estimates performance on new data. random_state makes the split reproducible for grading. Leakage, such as a feature that is only recorded after the outcome, is the most common reason a model fails in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models bracket the simple end of ML. Logistic regression coefficients show direction and strength. Trees are easy to explain but overfit without limits like max_depth and min_samples_leaf.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categories to 0/1 columns. When scoring a new year of data, the columns must match the training set, so reindex to the training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ranking problems such as outreach lists, AUC is the right first metric. It measures how well the model orders members, not whether a cutoff is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live with a small feature table. In the lab, students add feature scaling with a pipeline and compare against a decision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Predictions are only useful if they change an action. Here, the lowest-scored member-condition pairs become a care team's outreach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8 overview. The full student handout is labs/lab08_coding_gaps/README.md; the solution and expected results are in the same folder. AI step: Ask: "Where is the line between closing risk adjustment coding gaps and upcoding?" Write two sentences in your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Basic ML Syntax in Scikit-learn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8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From SQL to Python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Build the feature table in SQL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con.sql(…).df() returns a pandas DataFrame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One row per thing you predict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Features (X) and the outcome (y)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The modeling workflow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Define the outcome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Build features from before the outcome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Split into training and test sets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Fit, evaluate, then use the predictions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The scikit-learn pattern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model = Estimator(settings)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model.fit(X_train, y_train)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model.predict_proba(X_test)[:, 1]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Same three steps for every model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Train/test split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Hold out data the model never sees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train_test_split(…, stratify=y, random_state=42)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stratify keeps outcome rates equal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Leakage makes test scores look too good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Two first models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Logistic regression: linear, interpretable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scale features first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Decision tree: if-then rules, non-linear</a:t>
            </a:r>
            <a:endParaRPr lang="en-US" sz="2400" dirty="0"/>
          </a:p>
          <a:p>
            <a:pPr algn="l" lvl="1" marL="6858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limit depth to avoid overfitting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Categorical features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Models need numbers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One-hot encode: pd.get_dummies(df['hcc'])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Align columns when scoring new data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Watch for rare categories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Evaluating a classifier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Accuracy misleads when outcomes are rare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AUC: chance a positive outranks a negative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0.5 = coin flip, 1.0 = perfect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Compare models on the same test set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Example: fit and compare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sklearn.model_selection import train_test_split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sklearn.linear_model import LogisticRegression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sklearn.metrics import roc_auc_score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X_tr, X_te, y_tr, y_te = train_test_split(X, y, test_size=0.25,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stratify=y, random_state=42)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LogisticRegression(max_iter=1000).fit(X_tr, y_tr)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print(roc_auc_score(y_te, model.predict_proba(X_te)[:, 1]))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Using predictions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Rank by predicted probability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Act on the top of the list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Check later whether the list was right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Document what the model can't see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8: Closing Coding Gaps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Which Medicare Advantage members with a chronic condition (HCC) coded last year are most likely to go undocumented this year, so care teams can schedule a visit before year-end?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JupyterLab · about 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HCCs and recapture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Build features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Train and compare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Build the outreach list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Notebook plus the 100-pair outreach list, with 2–3 sentences on what drives missed recapture and what the care team should do.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8 Technical Seminar: Basic ML Syntax in Scikit-learn</dc:title>
  <dc:subject>PptxGenJS Presentation</dc:subject>
  <dc:creator>Health-Data-Analytics</dc:creator>
  <cp:lastModifiedBy>Health-Data-Analytics</cp:lastModifiedBy>
  <cp:revision>1</cp:revision>
  <dcterms:created xsi:type="dcterms:W3CDTF">2026-10-13T20:17:16Z</dcterms:created>
  <dcterms:modified xsi:type="dcterms:W3CDTF">2026-10-13T20:17:16Z</dcterms:modified>
</cp:coreProperties>
</file>