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Technical seminar for week 9: Logistic Regression in Scikit-learn. It prepares students for Lab 9, summarized on the last slide. Replace this note with your own opening remarks.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Logistic regression is the standard model for binary outcomes in health services research, so it serves both prediction and explanation.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 through a quick example: a 20% readmission rate is odds of 0.25. Remind students that an odds ratio of 0.75 is not a 25% lower risk unless the outcome is rare.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statsmodels when the question is 'what is the effect, and how sure are we'. Use scikit-learn when the question is 'how well can we predict'. scikit-learn applies a penalty by default, which shrinks coefficients.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core of Lab 9. Exponentiate both the coefficient and its confidence limits to get an odds ratio and interval.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Interpreting the interval is more useful than a yes/no significance call. An odds ratio of 0.74 with a CI from 0.53 to 1.03 suggests a benefit but can't exclude none.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the triangle: illness severity → enrollment, illness severity → readmission. Without adjustment, the program looks worse than it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central lesson for Lab 9. Many programs are cut because of naive comparisons. A stronger design, such as a comparison group or staggered rollout, should be planned before launch.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Regression adjustment helps but isn't a randomized trial. Be honest about what claims data can't capture, such as frailty or social support.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 9 overview. The full student handout is labs/lab09_readmissions/README.md; the solution and expected results are in the same folder. AI step: Ask an AI tool to interpret your enrollment coefficient. Check odds ratio vs. risk ratio, causal claims and the confidence interval.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spcAft>
                <a:spcPts val="1000"/>
              </a:spcAft>
              <a:buNone/>
              <a:defRPr lang="en-US" sz="2400" dirty="0">
                <a:solidFill>
                  <a:srgbClr val="FFFFFF"/>
                </a:solidFill>
              </a:defRPr>
            </a:lvl1pPr>
          </a:lstStyle>
          <a:p>
            <a:pPr algn="l" indent="0" marL="0">
              <a:spcAft>
                <a:spcPts val="1000"/>
              </a:spcAft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Week 9: Logistic Regression in Scikit-learn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Health Data Analytics · Week 9 Technical Seminar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Logistic regression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Outcome is yes/no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Models the log-odds as a linear sum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Returns a probability between 0 and 1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Coefficients have a clear meaning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Odds and odds ratios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Odds = p ÷ (1 − p)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Odds ratio = exp(coefficient)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OR &lt; 1: lower odds; OR &gt; 1: higher odds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OR ≠ risk ratio when outcomes are common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statsmodels vs. scikit-learn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statsmodels: inference</a:t>
            </a:r>
            <a:endParaRPr lang="en-US" sz="2400" dirty="0"/>
          </a:p>
          <a:p>
            <a:pPr algn="l"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standard errors, CIs, p-values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scikit-learn: prediction</a:t>
            </a:r>
            <a:endParaRPr lang="en-US" sz="2400" dirty="0"/>
          </a:p>
          <a:p>
            <a:pPr algn="l"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regularized by default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Example: an adjusted odds ratio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statsmodels.formula.api as smf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 = smf.logit("readmit_30d ~ enrolled + age + n_chronic + prior_ip + los",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data=stays).fit()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print(np.exp(fit.params["enrolled"]))       # odds ratio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print(np.exp(fit.conf_int().loc["enrolled"]))  # 95% CI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Confidence intervals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A range of plausible effects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If the CI includes 1, the data can't rule out no effect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Wide CIs mean more data are needed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Report the OR with its CI, not just a p-value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Confounding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A third factor drives both exposure and outcome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Sicker patients are more likely enrolled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Sicker patients are also readmitted more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Adjusting holds those factors constant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Selection bias in programs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Care programs target high-risk patients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Raw comparisons make good programs look bad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Adjust for the factors used to enroll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Better: design the evaluation up front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Limits of adjustment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Only measured factors can be adjusted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Unmeasured severity still biases results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Use careful language: 'associated with'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State assumptions in the deliverable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Lab 9: Assessing a Readmissions Program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Question: Understory's Transitional Care Program began July 2023. Enrolled patients are readmitted about as often as everyone else, and leadership wants to cut it. Did it work?</a:t>
            </a:r>
            <a:endParaRPr lang="en-US" sz="24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Tool: JupyterLab · about 75 minutes</a:t>
            </a:r>
            <a:endParaRPr lang="en-US" sz="24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Tasks:</a:t>
            </a:r>
            <a:endParaRPr lang="en-US" sz="2400" dirty="0"/>
          </a:p>
          <a:p>
            <a:pPr algn="l"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Build the index-stay table</a:t>
            </a:r>
            <a:endParaRPr lang="en-US" sz="2400" dirty="0"/>
          </a:p>
          <a:p>
            <a:pPr algn="l"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Add risk factors</a:t>
            </a:r>
            <a:endParaRPr lang="en-US" sz="2400" dirty="0"/>
          </a:p>
          <a:p>
            <a:pPr algn="l"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The naive comparison</a:t>
            </a:r>
            <a:endParaRPr lang="en-US" sz="2400" dirty="0"/>
          </a:p>
          <a:p>
            <a:pPr algn="l"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Adjust for risk</a:t>
            </a:r>
            <a:endParaRPr lang="en-US" sz="2400" dirty="0"/>
          </a:p>
          <a:p>
            <a:pPr algn="l"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AI step: check an AI tool's answer</a:t>
            </a:r>
            <a:endParaRPr lang="en-US" sz="24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Deliverable: Notebook plus a 5-sentence recommendation: keep, expand or cut the program, and why the raw comparison was misleading.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9 Technical Seminar: Logistic Regression in Scikit-learn</dc:title>
  <dc:subject>PptxGenJS Presentation</dc:subject>
  <dc:creator>Health-Data-Analytics</dc:creator>
  <cp:lastModifiedBy>Health-Data-Analytics</cp:lastModifiedBy>
  <cp:revision>1</cp:revision>
  <dcterms:created xsi:type="dcterms:W3CDTF">2026-10-13T20:23:19Z</dcterms:created>
  <dcterms:modified xsi:type="dcterms:W3CDTF">2026-10-13T20:23:19Z</dcterms:modified>
</cp:coreProperties>
</file>