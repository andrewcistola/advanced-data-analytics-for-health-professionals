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Technical seminar for week 4: SQL GROUP BY. It prepares students for Lab 4, summarized on the last slide. Replace this note with your own opening remarks.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GROUP BY turns detail rows into a summary table. The rule students must remember: every column in SELECT is either in the GROUP BY or inside an aggregate. Otherwise the database doesn't know which value to show.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Multi-column grouping builds the cross-tabs managers ask for. GROUP BY ALL groups by every non-aggregated column, which saves typing but should be used knowingly.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key concept for Lab 4. WHERE can't see aggregate results because they don't exist yet; HAVING can. Use HAVING for minimum volume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ways to compute a share. Conditional averages are simplest. A window function divides each row by its group's total without collapsing rows, which is useful for channel mix within each year.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this to preview Lab 4's first task. Ask students what changes if they add submission_channel to the GROUP BY.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Operational times like prior authorization turnaround have long tails. The median describes the typical case; the 90th percentile describes the bad experiences. Always show how many cases sit behind each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ranking practices, the extremes are often the smallest. A minimum count rule is a simple guard. Lab 7 adds confidence intervals.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Grouped output often goes straight into a stakeholder message, so make it readable: rounded rates, clear names and a deliberate sort.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Lab 4 overview. The full student handout is labs/lab04_prior_authorization/README.md; the solution and expected results are in the same folder. AI step: Ask which transaction standards are used for ePA for medical services vs. drugs. Did it name X12 278, NCPDP SCRIPT and the FHIR-based APIs in the CMS rule?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1000"/>
              </a:spcAft>
              <a:buNone/>
              <a:defRPr lang="en-US" sz="2400" dirty="0">
                <a:solidFill>
                  <a:srgbClr val="FFFFFF"/>
                </a:solidFill>
              </a:defRPr>
            </a:lvl1pPr>
          </a:lstStyle>
          <a:p>
            <a:pPr algn="l" indent="0" marL="0">
              <a:spcAft>
                <a:spcPts val="1000"/>
              </a:spcAft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SQL GROUP BY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Health Data Analytics · Week 4 Technical Seminar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GROUP BY: one row per group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Collapses rows that share values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Every SELECT column is grouped or aggregated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Aggregates are computed within each group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Grouping by several columns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Year × request type × channel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Each added column makes groups smaller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DuckDB: GROUP BY ALL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Order the output so trends are easy to read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WHERE vs. HAVING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WHERE filters rows before grouping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HAVING filters groups after aggregation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HAVING COUNT(*) &gt;= 10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Filter in WHERE when you can: it's faster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Percentages within groups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Share = part ÷ group total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AVG(CASE …) gives a share directly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Window sum for the group total:</a:t>
            </a:r>
            <a:endParaRPr lang="en-US" sz="2400" dirty="0"/>
          </a:p>
          <a:p>
            <a:pPr algn="l" lvl="1" marL="6858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SUM(n) OVER (PARTITION BY year)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Example: ePA share by year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YEAR(submitted_datetime) AS yr,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request_type,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COUNT(*) AS requests,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ROUND(100.0 * AVG(CASE WHEN submission_channel = 'ePA'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THEN 1 ELSE 0 END), 1) AS epa_pct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prior_authorizations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yr, request_type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request_type, yr;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Median vs. mean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Turnaround times are skewed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A few slow cases pull the mean up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MEDIAN(x) and QUANTILE_CONT(x, 0.9)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Report counts with every summary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Small groups are noisy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A rate on 3 requests means little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Set a minimum volume with HAVING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Show the denominator next to the rate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We return to this in the provider scorecard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Presenting grouped results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ROUND to a sensible precision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Sort by what the reader cares about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Name columns in plain language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One table answers one question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Lab 4: Tracking Electronic Prior Authorization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Question: How fast is electronic prior authorization (ePA) growing in our market, does it speed up decisions, and which practices should Understory target for outreach?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Tool: DBeaver · about 60 minutes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Tasks: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ePA growth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Does ePA speed things up?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Who's lagging?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AI step: check an AI tool's answer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Deliverable: SQL file plus 3–5 sentences to the medical director: how much faster ePA is, and which practices to visit first.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4 Technical Seminar: SQL GROUP BY</dc:title>
  <dc:subject>PptxGenJS Presentation</dc:subject>
  <dc:creator>Health-Data-Analytics</dc:creator>
  <cp:lastModifiedBy>Health-Data-Analytics</cp:lastModifiedBy>
  <cp:revision>1</cp:revision>
  <dcterms:created xsi:type="dcterms:W3CDTF">2026-10-13T20:23:19Z</dcterms:created>
  <dcterms:modified xsi:type="dcterms:W3CDTF">2026-10-13T20:23:19Z</dcterms:modified>
</cp:coreProperties>
</file>