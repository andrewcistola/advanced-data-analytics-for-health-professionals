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4: SQL GROUP BY. It prepares students for Lab 4,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BY turns detail rows into a summary table. The rule students must remember: every column in SELECT is either in the GROUP BY or inside an aggregate. Otherwise the database doesn't know which value to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Multi-column grouping builds the cross-tabs managers ask for. GROUP BY ALL groups by every non-aggregated column, which saves typing but should be used knowingly.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concept for Lab 4. WHERE can't see aggregate results because they don't exist yet; HAVING can. Use HAVING for minimum volume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compute a share. Conditional averages are simplest. A window function divides each row by its group's total without collapsing rows, which is useful for channel mix within each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to preview Lab 4's first task. Ask students what changes if they add submission_channel to the GROUP 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times like prior authorization turnaround have long tails. The median describes the typical case; the 90th percentile describes the bad experiences. Always show how many cases sit behind each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ranking practices, the extremes are often the smallest. A minimum count rule is a simple guard. Lab 7 adds confidence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output often goes straight into a stakeholder message, so make it readable: rounded rates, clear names and a deliberate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 overview. The full student handout is labs/lab04_prior_authorization/README.md; the solution and expected results are in the same folder. AI step: Ask which transaction standards are used for ePA for medical services vs. drugs. Did it name X12 278, NCPDP SCRIPT and the FHIR-based APIs in the CMS rule?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SQL GROUP BY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4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GROUP BY: one row per group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Collapses rows that share values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Every SELECT column is grouped or aggregated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Aggregates are computed within each group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Grouping by several columns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Year × request type × channel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added column makes groups smaller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DuckDB: GROUP BY ALL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Order the output so trends are easy to read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WHERE vs. HAVING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WHERE filters rows before grouping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HAVING filters groups after aggregation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HAVING COUNT(*) &gt;= 10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Filter in WHERE when you can: it's faster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Percentages within groups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Share = part ÷ group total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AVG(CASE …) gives a share directly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Window sum for the group total: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SUM(n) OVER (PARTITION BY year)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ePA share by year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YEAR(submitted_datetime) AS yr,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request_type,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requests,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ROUND(100.0 * AVG(CASE WHEN submission_channel = 'ePA'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THEN 1 ELSE 0 END), 1) AS epa_pct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prior_authorizations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yr, request_type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request_type, yr;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Median vs. mean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Turnaround times are skewed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few slow cases pull the mean up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MEDIAN(x) and QUANTILE_CONT(x, 0.9)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counts with every summary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Small groups are noisy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rate on 3 requests means little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Set a minimum volume with HAVING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Show the denominator next to the rate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We return to this in the provider scorecard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Presenting grouped results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ROUND to a sensible precision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Sort by what the reader cares about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Name columns in plain language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 table answers one question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4: Tracking Electronic Prior Authorization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How fast is electronic prior authorization (ePA) growing in our market, does it speed up decisions, and which practices should Understory target for outreach?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DBeaver · about 60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ePA growth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Does ePA speed things up?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Who's lagging?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SQL file plus 3–5 sentences to the medical director: how much faster ePA is, and which practices to visit first.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Technical Seminar: SQL GROUP BY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