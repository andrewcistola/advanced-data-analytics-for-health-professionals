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14: Multi-model Workflow in Scikit-learn. It prepares students for Lab 13,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term together. A workflow packages every step so results are reproducible and free of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Pipeline treats preprocessing and modeling as one estimator. When used in cross-validation, scaling is refit inside each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feature tables mix numbers and categories. ColumnTransformer applies the right step to each and returns one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is a dictionary of logistic regression, random forest and HistGradientBoostingClassifier. The same preprocessing is reused for every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Five-fold CV uses all data for both training and testing. Out-of-fold predictions let every member get a score from a model that never saw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the models land within a point or two of each other. When that happens, a simpler, explainable model is easier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only the middle of the story. The decision comes from combining predicted risk with program cost and effect to find where the return is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term: the best recommendation states its assumptions, shows how sensitive the answer is, and builds in an evaluation, the lesson from the readmissions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13 overview. The full student handout is labs/lab13_finding_an_intervention/README.md; the solution and expected results are in the same folder. AI step: Give an AI tool your numbers and ask it to critique your ROI assumptions. Decide which critiques you accept, and say why in two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Multi-model Workflow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14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a workflow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Repeatable from raw table to decision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Preprocessing fit only on training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Fair comparison across models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Easy to rerun next year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Pipeline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Chains preprocessing and a model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fit runs every step in order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Prevents test data leaking into scaling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Swap the final model in one line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ColumnTransformer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Different steps for different columns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StandardScaler for numeric columns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OneHotEncoder for categories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handle_unknown='ignore' for new categories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pipeline with three models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StandardScaler(), NUMERIC),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OneHotEncoder(handle_unknown="ignore"), ["payer_type"]),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MODELS.items():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 = Pipeline([("prep", prep), ("model", model)])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cross_val_score(pipe, X, y, cv=5, scoring="roc_auc").mean())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Cross-validation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Split data into k folds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 on k − 1, test on the held-out fold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Average the scores and look at the spread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cross_val_predict gives out-of-fold predictions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Comparing models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Logistic regression, random forest, gradient boosting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Choose on cross-validated AUC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Small gaps: prefer the simpler model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Consider explainability for stakeholders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predictions to decisions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Rank members by predicted risk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Choose a threshold by capacity or budget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Net savings = savings − program cost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thresholds: top 1%, 5%, 10%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your assumptions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Effect sizes are uncertain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Vary them: what's the break-even?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a range, not one number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Plan how to measure real results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13: Finding a Potential Intervention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Understory Health Partners can fund one program next year. Which intervention from this term gives the best return when a model picks who gets it?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75–90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Predict high-cost members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Score everyone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Net savings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one-page recommendation: program, target group, net savings, biggest risks, and how you'd measure success.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 Technical Seminar: Multi-model Workflow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