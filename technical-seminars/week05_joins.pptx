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5: SQL Joins. It prepares students for Lab 5,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normalization. Patient attribution needs visit codes from claim lines, dates from claim headers and provider roles from the directory. Joins put those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INNER JOIN is the default. The risk is silent loss: rows without a match vanish. Count rows before and after to see what was dropped.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JOIN answers questions about absence, such as members who had no primary care visit. A filter on the right table in WHERE turns a LEFT JOIN back into an INNER JOIN, so put those conditions in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damaging join bug is fan-out. Joining claims to claim lines repeats each claim's total for every line, so summing header dollars double counts. Aggregate first or count distinct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three-table join used in Lab 5. Aliases keep it readable. Filtering to 2025 and to primary care codes early keeps the result small and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 functions compute across related rows without collapsing them. ROW_NUMBER is the standard way to keep the top row per group. Without a tie-breaker, ties are resolved arbitrarily and results can change between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plurality attribution rule: the PCP with the most visits wins, and the most recent visit breaks ties. 'visits' stands for the result of the three-table join. DuckDB also supports QUALIFY rn = 1 as a shortcut.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join checks a routine. These four checks catch nearly every join bug students will write this term, and they are the right way to review AI-written joins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5 overview. The full student handout is labs/lab05_attribution/README.md; the solution and expected results are in the same folder. AI step: Have an AI tool write the attribution query. Does it break ties by most recent visit? Does it count claims or lines? Fix anything it gets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SQL Joins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5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joins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Facts live in separate tables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Joins recombine them on keys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Claims + lines + providers answer 'who saw whom'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INNER JOIN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Keeps only rows that match in both tables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JOIN … ON a.key = b.key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JOIN … USING (member_id) when names match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Unmatched rows silently disappear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LEFT JOIN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Keeps every row from the left table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 match → NULLs on the right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Find what's missing: WHERE right.key IS NULL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Members with no visit, claims with no payment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Join cardinality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One-to-one, one-to-many, many-to-many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Joining to a 'many' side multiplies rows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Sums of header amounts get inflated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Check row counts after every join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Joining three tables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claims → claim lines → providers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Give every table a short alias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Filter early to keep tables small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Select only the columns you need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Window functions: ROW_NUMBER()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Number rows within a group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ROW_NUMBER() OVER (PARTITION BY member_id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ORDER BY visits DESC, last_visit DESC)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Keep rn = 1: one row per member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Tie-breakers make results stable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Pattern: top PCP per member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pcp_visits AS (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member_id, npi, COUNT(*) AS visits, MAX(service_date) AS last_visit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visits GROUP BY member_id, npi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(SELECT *, ROW_NUMBER() OVER (PARTITION BY member_id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ORDER BY visits DESC, last_visit DESC) AS rn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 pcp_visits)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rn = 1;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Check your joins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Row counts before and after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Unexpected NULLs after a LEFT JOIN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Distinct keys still distinct?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Trace one member end to end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5: Patient Attribution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Which members belong to Understory Health Partners' practices in 2025, and how often does a plan's assigned PCP match the PCP the member actually sees?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DBeaver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Primary care visits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Attribute members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Assigned vs. attributed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SQL file plus 3–5 sentences to the ACO director: members attributed, and what the assigned-vs-actual mismatch means for outreach.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Technical Seminar: SQL Joins</dc:title>
  <dc:subject>PptxGenJS Presentation</dc:subject>
  <dc:creator>Health-Data-Analytics</dc:creator>
  <cp:lastModifiedBy>Health-Data-Analytics</cp:lastModifiedBy>
  <cp:revision>1</cp:revision>
  <dcterms:created xsi:type="dcterms:W3CDTF">2026-10-13T20:17:16Z</dcterms:created>
  <dcterms:modified xsi:type="dcterms:W3CDTF">2026-10-13T20:17:16Z</dcterms:modified>
</cp:coreProperties>
</file>