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17"/>
    <p:sldId id="267" r:id="rId18"/>
    <p:sldId id="268" r:id="rId19"/>
    <p:sldId id="269" r:id="rId20"/>
    <p:sldId id="270" r:id="rId21"/>
    <p:sldId id="271" r:id="rId22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Domain seminar for week 12: Fraud, Waste, and Abuse. It follows the course pattern: basics and terminology, where the topic sits in industry and policy, reform goals, how analytics is deployed, and how analytics drives decisions. Replace this note with your own opening remarks.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Intent separates fraud from abuse and waste. Upcoding bills a more expensive service than was provided; unbundling bills separately for parts of a single service; phantom billing charges for services never delivered. Improper payments are a broader category that also includes documentation and coding errors without intent.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June 2025 National Health Care Fraud Takedown was the largest in DOJ history. Its biggest case, Operation Gold Rush, involved about $10.6 billion in alleged urinary catheter and DME claims using stolen identities, flagged by DOJ's health care fraud data analytics team. Source: DOJ press release, June 30,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Recovering money after payment is slow and partial, so the emphasis is shifting to pre-payment screening such as CMS's Fraud Prevention System. DOJ, HHS-OIG and the FBI announced a Data Fusion Center using cloud computing and AI. The same takedown included a scheme that allegedly used AI-generated consent recordings, so detection has to keep 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Simple rules catch the obvious: more billed hours than exist in a day, services dated after a patient's death. Peer comparison asks whether a provider's code mix, units or patient travel distance look like others in the same specialty. Unsupervised methods find patterns no one wrote a rule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investigations unit can audit only a few providers a year, so ranking matters. Unusual is not the same as fraudulent: some outliers have legitimate explanations, such as a specialty clinic. Analytics produces leads; investigators with medical records and due process make the determination.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2400" dirty="0">
                <a:solidFill>
                  <a:srgbClr val="FFFFFF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Fraud, Waste, and Abuse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Health Data Analytics · Week 12 Domain Seminar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Basics: fraud, waste and abuse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Fraud: intentional deception to get paid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Abuse: practices inconsistent with sound standards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Waste: overuse or misuse of resources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Schemes: upcoding, unbundling, phantom billing, kickbacks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Where it sits: laws, agencies, investigators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False Claims Act, Anti-Kickback Statute, Stark Law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HHS-OIG, DOJ, CMS, state Medicaid Fraud Control Units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Health plan special investigations units (SIUs)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2025 takedown: 324 defendants, $14.6B alleged loss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Reform goals: prevent, don't pay and chase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Stop bad payments before they go out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New interagency Health Care Fraud Data Fusion Center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AI-assisted prior authorization tested in Medicare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Future: AI-enabled fraud, such as fake consent recordings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How analytics is deployed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Rules: impossible days, services after death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Peer comparison of billing patterns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Network analysis of referral relationships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Unsupervised models find unusual providers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Analytics in decisions: whom to audit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Build provider profiles: codes, units, patients, referrals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Compare each provider with specialty peers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Clusters and outliers become audit leads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Investigators confirm; analytics only prioritizes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Fraud, Waste, and Abuse</dc:title>
  <dc:subject>Week 12 Domain Seminar</dc:subject>
  <dc:creator>Health-Data-Analytics</dc:creator>
  <cp:lastModifiedBy>Health-Data-Analytics</cp:lastModifiedBy>
  <cp:revision>1</cp:revision>
  <dcterms:created xsi:type="dcterms:W3CDTF">2026-10-13T20:23:19Z</dcterms:created>
  <dcterms:modified xsi:type="dcterms:W3CDTF">2026-10-13T20:23:19Z</dcterms:modified>
</cp:coreProperties>
</file>