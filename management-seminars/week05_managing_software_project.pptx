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seminar for week 5: Managing a Software Project. We will go through basics and terminology, best practices for data analytics, and common pitfalls and how to avoid them. Provide opening remarks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Analytics projects increasingly look like software projects: code, pipelines, dashboards and models that must run reliably. Waterfall suits fixed, well-understood requirements (a regulatory report). Agile suits work where needs emerge as people see results. Many teams use a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user story such as "As a care manager, I need a weekly list of discharged high-risk patients" keeps the work tied to a user. Git records every change and makes collaboration and rollback possible. Tracking actual time against estimates improves the next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a production report directly risks sending wrong numbers to leadership. Peer review catches errors and spreads knowledge. Scheduled, automated runs with built-in checks replace fragile manual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Delivering everything at the end means feedback comes too late to act on. A single expert who leaves takes the project's knowledge with them; pairing and documentation spread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debt is the shortcuts that make the next change slower. A definition of done might include: code reviewed, tests pass, documentation updated, stakeholder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Managing a Software Project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5 Management Seminar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Basics: how software projects are run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Scope, schedule, resources and quality trade off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Waterfall: plan everything, then build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Agile: short sprints, working pieces, frequent feedback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Backlog, user stories, sprints, stand-ups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practices: plan and track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Break work into small, testable tasks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Keep a visible, prioritized backlog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 version control (Git) for code and queries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Estimate in ranges and track actuals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practices: build for change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Separate development, test and production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Code review before anything reaches production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Automate repeat runs and tests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Write a README so others can run 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Common pitfalls and how to avoid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Big-bang delivery → ship small working pieces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version control → use Git from day one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 person knows it all → pair up and document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pitfalls and how to avoid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Editing production directly → test environment first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Ignoring technical debt → budget time to clean up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Unclear "done" → a definition of done for each task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a Software Project</dc:title>
  <dc:subject>Week 5 Management Seminar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