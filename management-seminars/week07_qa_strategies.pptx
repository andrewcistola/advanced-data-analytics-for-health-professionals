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Management seminar for week 7: Overview of Quality Assurance Strategies. We will go through basics and terminology, best practices for data analytics, and common pitfalls and how to avoid them. Provide opening remarks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assurance is the process designed to prevent errors; quality control checks finished outputs. Verification checks the work against the specification; validation checks the specification against the real need. Interpretation errors, such as calling a correlation an effect, are as damaging as code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Reconcile paid amounts to finance reports and member counts to enrollment reports. A join that changes the row count unexpectedly is the most common source of inflated totals. A sudden jump in a monthly trend often signals a data feed change, not a real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reviewer who did not write the code reads what it does, not what it was meant to do. Computing one number a second way (a spreadsheet, a different query) catches logic errors. A denial rate of 60% or a readmission rate of 2% should prompt a check before 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Errors found at the end are expensive to trace back. Authors see what they intended. AI tools produce plausible code that may use the wrong join, filter or definition; check its output against known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dangerous errors produce believable numbers. External benchmarks (CMS public data, industry reports) give a reasonable range. A log of errors shows patterns that point to process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Overview of Quality Assurance Strategies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7 Management Seminar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Basics: quality assurance terms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QA prevents errors; QC finds them in outputs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Verification: did we build it right?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Validation: did we build the right thing?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Error types: data, logic, code, interpretation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Best practices: check the data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Profile inputs: counts, nulls, ranges, duplicates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Reconcile totals to a trusted source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 row counts before and after every join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Trend key numbers over time to spot breaks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Best practices: check the analysis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Independent peer review of code and logic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Reproduce one result by hand or another method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Sanity-check against benchmarks and intuition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Validate models on held-out data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Common pitfalls and how to avoid them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QA only at the end → check at each step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Author reviews own work → use an independent reviewer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Trusting AI-generated code → test it like any code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More pitfalls and how to avoid them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 reconciliation → tie totals to source reports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Plausible but wrong → compare to external benchmarks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Silent fixes → log every error found and fixed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 of Quality Assurance Strategies</dc:title>
  <dc:subject>Week 7 Management Seminar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