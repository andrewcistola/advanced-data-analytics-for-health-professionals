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seminar for week 8: Implementing and Documenting Quality Assurance. We will go through basics and terminology, best practices for data analytics, and common pitfalls and how to avoid them. Provide opening remarks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QA plan turns good intentions into routine steps. Automated tests check the same things every run (row counts, totals, nulls in key fields); manual review catches logic and interpretation problems. Data lineage traces each output back to its source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checklist might include: totals reconciled, row counts checked after joins, definitions match the spec, a second person reviewed code, charts match tables. Recording who reviewed what creates accountability and an audit trail, which payers and regulators may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documentation for a capable analyst who has never seen the project. When a stakeholder asks why last year's number differs, versioned outputs tied to code versions make the answer 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it isn't written down, it can't be shown to an auditor or a new team member. A test should be checked against data that ought to fail it. Documentation written months later loses the reasons behind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Wrong documentation is worse than none. Templates keep documents short and consistent. Every recurring output needs a named owner and a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Implementing and Documenting Quality Assurance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8 Management Seminar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Basics: QA in practice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QA plan: what is checked, by whom, and when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Checklists, test cases and review logs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Automated tests vs. manual review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Documentation: methods, assumptions, data lineage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make QA routine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standard QA checklist for every deliverable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Tests that run every time data refreshes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Record reviewer, date and findings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Sign-off before release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document for the next person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README: purpose, inputs, steps to rerun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Data dictionary and metric definitions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 of assumptions and decisions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Version outputs and tie them to code versions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Common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QA done but not recorded → keep a review log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Tests that never fail → include known-bad cases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Docs written at the end → document as you go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Outdated docs → update them in the same change as code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Over-long documentation → short, structured templates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owner after handoff → name a maintainer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and Documenting Quality Assurance</dc:title>
  <dc:subject>Week 8 Management Seminar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