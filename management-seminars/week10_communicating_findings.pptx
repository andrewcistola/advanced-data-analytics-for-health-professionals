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17"/>
    <p:sldId id="267" r:id="rId18"/>
    <p:sldId id="268" r:id="rId19"/>
    <p:sldId id="269" r:id="rId20"/>
    <p:sldId id="270" r:id="rId21"/>
    <p:sldId id="271" r:id="rId22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Management seminar for week 10: Communicating Complex Findings. We will go through basics and terminology, best practices for data analytics, and common pitfalls and how to avoid them. Provide opening remarks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insight is a shift in how someone sees the problem, so it implies change, and change needs persuasion. Exploratory charts help you find things; explanatory charts help others see the one thing that matters. Every estimate has uncertainty that the audience needs in plain terms.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with the answer and what you recommend, then the evidence. A slide title that states the message ("Denials from missing authorizations cost the most") does more than a label ("Denials by category"). Terms like odds ratio or PDC need a one-line translation.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Bars for comparing categories, lines for trends, scatter plots for relationships. Gray out everything except the point of the chart. "The program likely cut readmissions by 20–35%, about 40 fewer readmissions a year" is clearer than an odds ratio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Audiences lose interest in a long method walkthrough before the result. Overstated certainty destroys credibility when results don't hold up. Observational data shows association unless the design (randomization, difference-in-differences, careful adjustment) supports a causal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Halving a risk from 2% to 1% and from 40% to 20% are very different decisions. A CFO, a medical director and an analyst need different levels of detail from the same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spcAft>
                <a:spcPts val="1000"/>
              </a:spcAft>
              <a:buNone/>
              <a:defRPr lang="en-US" sz="2400" dirty="0">
                <a:solidFill>
                  <a:srgbClr val="FFFFFF"/>
                </a:solidFill>
              </a:defRPr>
            </a:lvl1pPr>
          </a:lstStyle>
          <a:p>
            <a:pPr algn="l" indent="0" marL="0">
              <a:spcAft>
                <a:spcPts val="1000"/>
              </a:spcAft>
              <a:buNone/>
            </a:pP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011680"/>
            <a:ext cx="10698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Communicating Complex Findings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Health Data Analytics · Week 10 Management Seminar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Basics: from analysis to understanding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Insight: a finding that changes understanding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Data, narrative and visuals work together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Explanatory charts vs. exploratory charts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Uncertainty: intervals, ranges, caveats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structure the story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Bottom line up front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Context, finding, implication, recommendation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 message per slide or chart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Plain language; define jargon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Best practices: show it clearly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Choose the chart for the comparison you need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Highlight what matters; mute the rest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Express uncertainty in words and numbers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Translate effects into dollars, patients or events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Common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Leading with methods → answer first, methods in appendix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Overstating certainty → give ranges and limitations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Correlation as causation → say what the design supports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4572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More pitfalls and how to avoid them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554480"/>
            <a:ext cx="1069848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Cluttered charts → remove noise; label directly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Relative risk without base rates → add absolute numbers</a:t>
            </a:r>
            <a:endParaRPr lang="en-US" sz="240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FFFFFF"/>
                </a:solidFill>
              </a:rPr>
              <a:t>One message for all audiences → tailor the depth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FBFBF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Communicating Complex Findings</dc:title>
  <dc:subject>Week 10 Management Seminar</dc:subject>
  <dc:creator>Health-Data-Analytics</dc:creator>
  <cp:lastModifiedBy>Health-Data-Analytics</cp:lastModifiedBy>
  <cp:revision>1</cp:revision>
  <dcterms:created xsi:type="dcterms:W3CDTF">2026-10-13T20:23:19Z</dcterms:created>
  <dcterms:modified xsi:type="dcterms:W3CDTF">2026-10-13T20:23:19Z</dcterms:modified>
</cp:coreProperties>
</file>